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PERSONAL WEB APPLICATION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Assignment 4 Final Project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· Rayan Mudhayiq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89565"/>
            <a:ext cx="2160865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157549"/>
            <a:ext cx="18886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HTML · CSS · JAVASCRIPT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54403" y="5081945"/>
            <a:ext cx="331601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E1E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8111" y="5157549"/>
            <a:ext cx="30285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RESPONSIVE · API · STATE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640"/>
            <a:ext cx="71563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 THIS PROJECT 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3953" y="2240756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76059" y="2233732"/>
            <a:ext cx="34680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RESPONSIVE PORTFOLIO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376059" y="3169206"/>
            <a:ext cx="34680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Desktop, tablet, and mobile ready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3953" y="3992761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76059" y="3985736"/>
            <a:ext cx="34680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PROFILE + PROJECTS + CONTACT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376059" y="4921210"/>
            <a:ext cx="34680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Complete personal web presence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3953" y="5744766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76059" y="5737741"/>
            <a:ext cx="3407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ADVANCED FRONTEND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376059" y="6318885"/>
            <a:ext cx="34680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integration, state management, validation,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6151"/>
            <a:ext cx="64419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HERO &amp; NAVIGATION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68509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1911906"/>
            <a:ext cx="3202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TYPING ANIMATION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4023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Dynamic text reveal on load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21885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SCROLL EFFECTS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Smooth section transitions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ACTIVE NAV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Highlights current section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2863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07004" y="6513195"/>
            <a:ext cx="2998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FULLY RESPONSIVE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7004" y="70036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Adapts to all screen sizes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85788"/>
            <a:ext cx="5536883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PROJECTS SECTION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211705"/>
            <a:ext cx="8379857" cy="47485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29299" y="1745099"/>
            <a:ext cx="4276844" cy="1304568"/>
          </a:xfrm>
          <a:prstGeom prst="roundRect">
            <a:avLst>
              <a:gd name="adj" fmla="val 8411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6439" y="1745099"/>
            <a:ext cx="91440" cy="1304568"/>
          </a:xfrm>
          <a:prstGeom prst="roundRect">
            <a:avLst>
              <a:gd name="adj" fmla="val 34302"/>
            </a:avLst>
          </a:prstGeom>
          <a:solidFill>
            <a:srgbClr val="C8CAC1"/>
          </a:solidFill>
          <a:ln/>
        </p:spPr>
      </p:sp>
      <p:sp>
        <p:nvSpPr>
          <p:cNvPr id="6" name="Text 3"/>
          <p:cNvSpPr/>
          <p:nvPr/>
        </p:nvSpPr>
        <p:spPr>
          <a:xfrm>
            <a:off x="9929813" y="1977033"/>
            <a:ext cx="300501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FILTER BY PLATFORM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929813" y="2496383"/>
            <a:ext cx="374439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 · Web · Mobile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29299" y="3242429"/>
            <a:ext cx="4276844" cy="1304568"/>
          </a:xfrm>
          <a:prstGeom prst="roundRect">
            <a:avLst>
              <a:gd name="adj" fmla="val 8411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6439" y="3242429"/>
            <a:ext cx="91440" cy="1304568"/>
          </a:xfrm>
          <a:prstGeom prst="roundRect">
            <a:avLst>
              <a:gd name="adj" fmla="val 34302"/>
            </a:avLst>
          </a:prstGeom>
          <a:solidFill>
            <a:srgbClr val="C8CAC1"/>
          </a:solidFill>
          <a:ln/>
        </p:spPr>
      </p:sp>
      <p:sp>
        <p:nvSpPr>
          <p:cNvPr id="10" name="Text 7"/>
          <p:cNvSpPr/>
          <p:nvPr/>
        </p:nvSpPr>
        <p:spPr>
          <a:xfrm>
            <a:off x="9929813" y="347436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FILTER BY LEVEL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9929813" y="3993713"/>
            <a:ext cx="374439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Beginner · Advanced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29299" y="4739759"/>
            <a:ext cx="4276844" cy="1304568"/>
          </a:xfrm>
          <a:prstGeom prst="roundRect">
            <a:avLst>
              <a:gd name="adj" fmla="val 8411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6439" y="4739759"/>
            <a:ext cx="91440" cy="1304568"/>
          </a:xfrm>
          <a:prstGeom prst="roundRect">
            <a:avLst>
              <a:gd name="adj" fmla="val 34302"/>
            </a:avLst>
          </a:prstGeom>
          <a:solidFill>
            <a:srgbClr val="C8CAC1"/>
          </a:solidFill>
          <a:ln/>
        </p:spPr>
      </p:sp>
      <p:sp>
        <p:nvSpPr>
          <p:cNvPr id="14" name="Text 11"/>
          <p:cNvSpPr/>
          <p:nvPr/>
        </p:nvSpPr>
        <p:spPr>
          <a:xfrm>
            <a:off x="9929813" y="497169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SORT BY YEAR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929813" y="5491043"/>
            <a:ext cx="374439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Newest · Oldest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29299" y="6261140"/>
            <a:ext cx="4276844" cy="1165741"/>
          </a:xfrm>
          <a:prstGeom prst="roundRect">
            <a:avLst>
              <a:gd name="adj" fmla="val 2691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373" y="6568083"/>
            <a:ext cx="261342" cy="2090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308788" y="6506170"/>
            <a:ext cx="338828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Multiple conditions combined in one unified logic flow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8350"/>
            <a:ext cx="5761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API INTEGRATION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0757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74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ADVICE API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653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Dynamic fun-fact block refreshed on demand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00757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974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GITHUB API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653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Loads latest public repos automatically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00757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974908"/>
            <a:ext cx="3325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FALLBACK HANDLING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Graceful UI messages when API fails — never breaks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9330" y="539710"/>
            <a:ext cx="4307324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CONTACT SECTION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069330" y="124372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D8D9D2"/>
          </a:solidFill>
          <a:ln/>
        </p:spPr>
      </p:sp>
      <p:sp>
        <p:nvSpPr>
          <p:cNvPr id="5" name="Shape 2"/>
          <p:cNvSpPr/>
          <p:nvPr/>
        </p:nvSpPr>
        <p:spPr>
          <a:xfrm>
            <a:off x="6235898" y="141029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C8CAC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3297" y="1547693"/>
            <a:ext cx="224790" cy="224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5898" y="2032278"/>
            <a:ext cx="273665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VALIDATION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35898" y="236589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Name, email, and message checked inline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69330" y="288583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D8D9D2"/>
          </a:solidFill>
          <a:ln/>
        </p:spPr>
      </p:sp>
      <p:sp>
        <p:nvSpPr>
          <p:cNvPr id="10" name="Shape 6"/>
          <p:cNvSpPr/>
          <p:nvPr/>
        </p:nvSpPr>
        <p:spPr>
          <a:xfrm>
            <a:off x="6235898" y="305240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C8CAC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3297" y="3189803"/>
            <a:ext cx="224790" cy="224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5898" y="3674388"/>
            <a:ext cx="269045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TOAST NOTIFICATIONS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235898" y="400800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Success or failure feedback on submit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69330" y="452794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D8D9D2"/>
          </a:solidFill>
          <a:ln/>
        </p:spPr>
      </p:sp>
      <p:sp>
        <p:nvSpPr>
          <p:cNvPr id="15" name="Shape 10"/>
          <p:cNvSpPr/>
          <p:nvPr/>
        </p:nvSpPr>
        <p:spPr>
          <a:xfrm>
            <a:off x="6235898" y="469451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C8CAC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3297" y="4831913"/>
            <a:ext cx="224790" cy="2247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35898" y="5316498"/>
            <a:ext cx="209061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AUTO-SAVE DRAFT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235898" y="565011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localStorage preserves input on refresh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69330" y="617005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D8D9D2"/>
          </a:solidFill>
          <a:ln/>
        </p:spPr>
      </p:sp>
      <p:sp>
        <p:nvSpPr>
          <p:cNvPr id="20" name="Shape 14"/>
          <p:cNvSpPr/>
          <p:nvPr/>
        </p:nvSpPr>
        <p:spPr>
          <a:xfrm>
            <a:off x="6235898" y="633662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C8CAC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3297" y="6474023"/>
            <a:ext cx="224790" cy="22479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35898" y="695860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THEME STATE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235898" y="729222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Persistent light/dark mode with session timer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85430"/>
            <a:ext cx="6669762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QUICK ACTIONS PALETTE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2149197"/>
            <a:ext cx="8420100" cy="47713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07034" y="1607225"/>
            <a:ext cx="1423511" cy="340519"/>
          </a:xfrm>
          <a:prstGeom prst="roundRect">
            <a:avLst>
              <a:gd name="adj" fmla="val 6745"/>
            </a:avLst>
          </a:prstGeom>
          <a:solidFill>
            <a:srgbClr val="E7E7E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1810" y="1700927"/>
            <a:ext cx="152995" cy="1529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51244" y="1664613"/>
            <a:ext cx="964525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CTRL / CMD + K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07034" y="2012275"/>
            <a:ext cx="4318397" cy="956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POWER USER ACCESSIBILITY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9607034" y="3150632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9607034" y="3452932"/>
            <a:ext cx="4318397" cy="2286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0" name="Text 6"/>
          <p:cNvSpPr/>
          <p:nvPr/>
        </p:nvSpPr>
        <p:spPr>
          <a:xfrm>
            <a:off x="9607034" y="3594259"/>
            <a:ext cx="29175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JUMP TO ANY SECTION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07034" y="4054673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Home, About, Projects, Contact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607034" y="4641771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607034" y="4944070"/>
            <a:ext cx="4318397" cy="2286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4" name="Text 10"/>
          <p:cNvSpPr/>
          <p:nvPr/>
        </p:nvSpPr>
        <p:spPr>
          <a:xfrm>
            <a:off x="9607034" y="508539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TOGGLE THEME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9607034" y="5545812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Switch light/dark from keyboard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607034" y="613290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9607034" y="6435209"/>
            <a:ext cx="4318397" cy="2286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8" name="Text 14"/>
          <p:cNvSpPr/>
          <p:nvPr/>
        </p:nvSpPr>
        <p:spPr>
          <a:xfrm>
            <a:off x="9607034" y="6576536"/>
            <a:ext cx="276058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ALWAYS ACCESSIBLE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9607034" y="7036951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Opens instantly, no mouse needed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117307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PERFORMANCE: WEBP OPTIMIZATION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99521" y="2890718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826335" y="3117533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91% REDUCTION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26335" y="3698677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2.33 MB → 216 KB total image payload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835283" y="2890718"/>
            <a:ext cx="3008948" cy="1760577"/>
          </a:xfrm>
          <a:prstGeom prst="roundRect">
            <a:avLst>
              <a:gd name="adj" fmla="val 193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062097" y="3117533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FASTER LOAD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062097" y="3698677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Significantly improved page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6684645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CHALLENGES &amp; LEARNINGS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47793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TAKEAWAY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904297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Designing frontend logic that is both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interactive and maintainable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while keeping the final product professional.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585811"/>
            <a:ext cx="6015395" cy="928568"/>
          </a:xfrm>
          <a:prstGeom prst="roundRect">
            <a:avLst>
              <a:gd name="adj" fmla="val 2920"/>
            </a:avLst>
          </a:prstGeom>
          <a:solidFill>
            <a:srgbClr val="DBDBD6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4843939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774883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Most challenging: combining category, level, and sort controls on one dataset cleanly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73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OUTCOMES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16286"/>
            <a:ext cx="7556421" cy="5227796"/>
          </a:xfrm>
          <a:prstGeom prst="roundRect">
            <a:avLst>
              <a:gd name="adj" fmla="val 651"/>
            </a:avLst>
          </a:prstGeom>
          <a:solidFill>
            <a:srgbClr val="D8D9D2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716286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D8D9D2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1943100"/>
            <a:ext cx="29896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STRONG FRONTEND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243351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Responsive, animated, validated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023235"/>
            <a:ext cx="7556421" cy="1306949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9" name="Shape 6"/>
          <p:cNvSpPr/>
          <p:nvPr/>
        </p:nvSpPr>
        <p:spPr>
          <a:xfrm>
            <a:off x="793790" y="3023235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AEB0A7"/>
          </a:solidFill>
          <a:ln/>
        </p:spPr>
      </p:sp>
      <p:sp>
        <p:nvSpPr>
          <p:cNvPr id="10" name="Text 7"/>
          <p:cNvSpPr/>
          <p:nvPr/>
        </p:nvSpPr>
        <p:spPr>
          <a:xfrm>
            <a:off x="1020604" y="3250049"/>
            <a:ext cx="3402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MEANINGFUL API USE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0604" y="374046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Advice + GitHub with fallbacks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330184"/>
            <a:ext cx="7556421" cy="1306949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13" name="Shape 10"/>
          <p:cNvSpPr/>
          <p:nvPr/>
        </p:nvSpPr>
        <p:spPr>
          <a:xfrm>
            <a:off x="793790" y="4330184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AEB0A7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4556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504741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Quick Actions keyboard palette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5637133"/>
            <a:ext cx="7556421" cy="1306949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17" name="Shape 14"/>
          <p:cNvSpPr/>
          <p:nvPr/>
        </p:nvSpPr>
        <p:spPr>
          <a:xfrm>
            <a:off x="793790" y="5637133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AEB0A7"/>
          </a:solidFill>
          <a:ln/>
        </p:spPr>
      </p:sp>
      <p:sp>
        <p:nvSpPr>
          <p:cNvPr id="18" name="Text 15"/>
          <p:cNvSpPr/>
          <p:nvPr/>
        </p:nvSpPr>
        <p:spPr>
          <a:xfrm>
            <a:off x="1020604" y="5863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20604" y="635436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91% image size reduction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793790" y="71992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Thank you — happy to demo any feature in more detail.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2026-04-25T01:48:19Z</dcterms:created>
  <dcterms:modified xsi:type="dcterms:W3CDTF">2026-04-25T01:48:19Z</dcterms:modified>
</cp:coreProperties>
</file>